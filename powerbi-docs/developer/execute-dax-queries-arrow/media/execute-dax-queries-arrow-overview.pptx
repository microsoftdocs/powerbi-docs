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7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1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2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82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0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4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1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5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4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0040C-CCA2-48BF-AA58-D6B0DDE8E11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BCDB9-3D63-441E-BFE9-DB9CC0659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0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66188D-B46E-2A74-18BC-E6A50AC4339F}"/>
              </a:ext>
            </a:extLst>
          </p:cNvPr>
          <p:cNvSpPr/>
          <p:nvPr/>
        </p:nvSpPr>
        <p:spPr>
          <a:xfrm>
            <a:off x="8509000" y="508000"/>
            <a:ext cx="3302000" cy="5461000"/>
          </a:xfrm>
          <a:prstGeom prst="roundRect">
            <a:avLst>
              <a:gd name="adj" fmla="val 473"/>
            </a:avLst>
          </a:prstGeom>
          <a:solidFill>
            <a:srgbClr val="FFC000"/>
          </a:solidFill>
          <a:ln w="317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A8560-3E0D-FBB5-467E-75452C2895AF}"/>
              </a:ext>
            </a:extLst>
          </p:cNvPr>
          <p:cNvSpPr txBox="1"/>
          <p:nvPr/>
        </p:nvSpPr>
        <p:spPr>
          <a:xfrm>
            <a:off x="8570472" y="635000"/>
            <a:ext cx="2544056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/>
              <a:t>Power BI Service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CA7E6E-D0C2-AECF-D68C-D40914E4AD4B}"/>
              </a:ext>
            </a:extLst>
          </p:cNvPr>
          <p:cNvSpPr/>
          <p:nvPr/>
        </p:nvSpPr>
        <p:spPr>
          <a:xfrm rot="16200000">
            <a:off x="6471130" y="3251947"/>
            <a:ext cx="4075740" cy="76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chemeClr val="tx1"/>
                </a:solidFill>
              </a:rPr>
              <a:t>Arrow Endpoint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7CD4CC-67E8-2F67-CFB5-1E96B1C97F06}"/>
              </a:ext>
            </a:extLst>
          </p:cNvPr>
          <p:cNvSpPr/>
          <p:nvPr/>
        </p:nvSpPr>
        <p:spPr>
          <a:xfrm>
            <a:off x="9271000" y="2751682"/>
            <a:ext cx="2239362" cy="1619250"/>
          </a:xfrm>
          <a:prstGeom prst="roundRect">
            <a:avLst>
              <a:gd name="adj" fmla="val 1320"/>
            </a:avLst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Semantic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FD56AD-02BA-1C4D-4091-5AFE5AE663B9}"/>
              </a:ext>
            </a:extLst>
          </p:cNvPr>
          <p:cNvSpPr/>
          <p:nvPr/>
        </p:nvSpPr>
        <p:spPr>
          <a:xfrm>
            <a:off x="120437" y="507999"/>
            <a:ext cx="5902352" cy="5461000"/>
          </a:xfrm>
          <a:prstGeom prst="roundRect">
            <a:avLst>
              <a:gd name="adj" fmla="val 701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0D06C-A9CD-0A1F-7E45-9823D8609221}"/>
              </a:ext>
            </a:extLst>
          </p:cNvPr>
          <p:cNvSpPr txBox="1"/>
          <p:nvPr/>
        </p:nvSpPr>
        <p:spPr>
          <a:xfrm>
            <a:off x="374437" y="635000"/>
            <a:ext cx="406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/>
              <a:t>Client Applications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B8603C-364B-0D1C-0B14-3EE25F037FE7}"/>
              </a:ext>
            </a:extLst>
          </p:cNvPr>
          <p:cNvSpPr/>
          <p:nvPr/>
        </p:nvSpPr>
        <p:spPr>
          <a:xfrm>
            <a:off x="1533018" y="1128822"/>
            <a:ext cx="3039996" cy="547436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</a:rPr>
              <a:t>Python
pyarrow -&gt; DataFrame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F42F8B-D3FA-1336-2676-FC9943520E56}"/>
              </a:ext>
            </a:extLst>
          </p:cNvPr>
          <p:cNvSpPr/>
          <p:nvPr/>
        </p:nvSpPr>
        <p:spPr>
          <a:xfrm>
            <a:off x="1533018" y="1811368"/>
            <a:ext cx="3039996" cy="547436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</a:rPr>
              <a:t>C#
Apache.Arrow -&gt; RecordBatch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F9E7DB-1F1E-03DE-623C-2334992E3327}"/>
              </a:ext>
            </a:extLst>
          </p:cNvPr>
          <p:cNvSpPr/>
          <p:nvPr/>
        </p:nvSpPr>
        <p:spPr>
          <a:xfrm>
            <a:off x="1533017" y="2466644"/>
            <a:ext cx="3039995" cy="547436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</a:rPr>
              <a:t>PowerShell
Arrow IPC -&gt; Objects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220EB-2174-3F48-D5AD-1EFFA41F8D7A}"/>
              </a:ext>
            </a:extLst>
          </p:cNvPr>
          <p:cNvSpPr txBox="1"/>
          <p:nvPr/>
        </p:nvSpPr>
        <p:spPr>
          <a:xfrm>
            <a:off x="6107741" y="2046851"/>
            <a:ext cx="1867858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 dirty="0"/>
              <a:t>POST /</a:t>
            </a:r>
            <a:r>
              <a:rPr lang="en-US" sz="900" b="1" dirty="0" err="1"/>
              <a:t>executeDAXQueries</a:t>
            </a:r>
            <a:r>
              <a:rPr lang="en-US" sz="900" b="1" dirty="0"/>
              <a:t>
Accept: application/arrow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910AD9-0699-C828-433C-92CDF0A95E97}"/>
              </a:ext>
            </a:extLst>
          </p:cNvPr>
          <p:cNvSpPr txBox="1"/>
          <p:nvPr/>
        </p:nvSpPr>
        <p:spPr>
          <a:xfrm>
            <a:off x="5588000" y="4770333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 dirty="0"/>
              <a:t>Arrow IPC stream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64D8C3-23CA-893C-CD74-DB408BAFB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276" y="2903488"/>
            <a:ext cx="1113332" cy="111333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142450-3238-FF7C-6711-86063B93E746}"/>
              </a:ext>
            </a:extLst>
          </p:cNvPr>
          <p:cNvCxnSpPr>
            <a:cxnSpLocks/>
          </p:cNvCxnSpPr>
          <p:nvPr/>
        </p:nvCxnSpPr>
        <p:spPr>
          <a:xfrm>
            <a:off x="8767482" y="3632947"/>
            <a:ext cx="623794" cy="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73666C-AA54-3BF2-A108-7624EFA99CBA}"/>
              </a:ext>
            </a:extLst>
          </p:cNvPr>
          <p:cNvSpPr/>
          <p:nvPr/>
        </p:nvSpPr>
        <p:spPr>
          <a:xfrm>
            <a:off x="1533016" y="3172242"/>
            <a:ext cx="3039995" cy="547436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Other clients (Java, Rust, </a:t>
            </a:r>
            <a:br>
              <a:rPr lang="en-US" sz="1100" b="1" dirty="0">
                <a:solidFill>
                  <a:schemeClr val="tx1"/>
                </a:solidFill>
              </a:rPr>
            </a:br>
            <a:r>
              <a:rPr lang="en-US" sz="1100" b="1" dirty="0">
                <a:solidFill>
                  <a:schemeClr val="tx1"/>
                </a:solidFill>
              </a:rPr>
              <a:t>Go, JavaScript, and more)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7688EC-0FF8-7742-7011-E734D598A880}"/>
              </a:ext>
            </a:extLst>
          </p:cNvPr>
          <p:cNvCxnSpPr>
            <a:cxnSpLocks/>
          </p:cNvCxnSpPr>
          <p:nvPr/>
        </p:nvCxnSpPr>
        <p:spPr>
          <a:xfrm>
            <a:off x="5681916" y="2416183"/>
            <a:ext cx="2540000" cy="137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7D9DEF0-A8DC-03E4-683F-E11000635F45}"/>
              </a:ext>
            </a:extLst>
          </p:cNvPr>
          <p:cNvCxnSpPr>
            <a:cxnSpLocks/>
          </p:cNvCxnSpPr>
          <p:nvPr/>
        </p:nvCxnSpPr>
        <p:spPr>
          <a:xfrm flipH="1">
            <a:off x="5582666" y="5048405"/>
            <a:ext cx="2639250" cy="152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78338FE7-988F-3374-B563-0EE9926CFCA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618" y="1217633"/>
            <a:ext cx="406400" cy="406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60E6E0A-0D9E-C11F-9F16-4945C4DE60B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618" y="1894026"/>
            <a:ext cx="406400" cy="406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B4DC0D4-3FD1-FE1D-53FB-9E26AA7F7C3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569" y="2536494"/>
            <a:ext cx="496039" cy="4064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3213108-38F2-295D-17BE-247639688589}"/>
              </a:ext>
            </a:extLst>
          </p:cNvPr>
          <p:cNvSpPr/>
          <p:nvPr/>
        </p:nvSpPr>
        <p:spPr>
          <a:xfrm>
            <a:off x="1634618" y="3268236"/>
            <a:ext cx="406400" cy="343861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D2F1C6-55D8-D232-1DD5-6C4FAA886E90}"/>
              </a:ext>
            </a:extLst>
          </p:cNvPr>
          <p:cNvSpPr txBox="1"/>
          <p:nvPr/>
        </p:nvSpPr>
        <p:spPr>
          <a:xfrm>
            <a:off x="238153" y="4482024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1E508C"/>
                </a:solidFill>
              </a:rPr>
              <a:t>Arrow Stream Processing Pipeline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96F6E4-A742-FEA7-1904-1F1983895F3A}"/>
              </a:ext>
            </a:extLst>
          </p:cNvPr>
          <p:cNvSpPr/>
          <p:nvPr/>
        </p:nvSpPr>
        <p:spPr>
          <a:xfrm>
            <a:off x="4761754" y="4906353"/>
            <a:ext cx="729983" cy="3329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Receive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5537A4-FE97-E754-22B8-37A5EFFB35A4}"/>
              </a:ext>
            </a:extLst>
          </p:cNvPr>
          <p:cNvSpPr/>
          <p:nvPr/>
        </p:nvSpPr>
        <p:spPr>
          <a:xfrm>
            <a:off x="3930065" y="4906353"/>
            <a:ext cx="757572" cy="3329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Deserialize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B34737-0718-7E11-D673-7F28FC999442}"/>
              </a:ext>
            </a:extLst>
          </p:cNvPr>
          <p:cNvSpPr/>
          <p:nvPr/>
        </p:nvSpPr>
        <p:spPr>
          <a:xfrm>
            <a:off x="3104834" y="4906353"/>
            <a:ext cx="757572" cy="3329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Validate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89CD49-B374-9B83-08DB-C67787CFD23C}"/>
              </a:ext>
            </a:extLst>
          </p:cNvPr>
          <p:cNvSpPr/>
          <p:nvPr/>
        </p:nvSpPr>
        <p:spPr>
          <a:xfrm>
            <a:off x="2279603" y="4906353"/>
            <a:ext cx="757572" cy="3329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Materialize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6832E7-8041-0895-75DD-68E6BDB72792}"/>
              </a:ext>
            </a:extLst>
          </p:cNvPr>
          <p:cNvSpPr/>
          <p:nvPr/>
        </p:nvSpPr>
        <p:spPr>
          <a:xfrm>
            <a:off x="1452207" y="4906353"/>
            <a:ext cx="757572" cy="3329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Transform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E88DB3-DE23-6231-961E-32C6CB9F56F7}"/>
              </a:ext>
            </a:extLst>
          </p:cNvPr>
          <p:cNvSpPr/>
          <p:nvPr/>
        </p:nvSpPr>
        <p:spPr>
          <a:xfrm>
            <a:off x="618435" y="4906353"/>
            <a:ext cx="757572" cy="3329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Consume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8A5C41D-58EE-934E-BADC-1FE320810A7A}"/>
              </a:ext>
            </a:extLst>
          </p:cNvPr>
          <p:cNvCxnSpPr/>
          <p:nvPr/>
        </p:nvCxnSpPr>
        <p:spPr>
          <a:xfrm>
            <a:off x="530198" y="4149378"/>
            <a:ext cx="5278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71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65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 Unkroth</dc:creator>
  <cp:lastModifiedBy>Kay Unkroth</cp:lastModifiedBy>
  <cp:revision>8</cp:revision>
  <dcterms:created xsi:type="dcterms:W3CDTF">2026-04-09T20:02:26Z</dcterms:created>
  <dcterms:modified xsi:type="dcterms:W3CDTF">2026-04-09T20:43:37Z</dcterms:modified>
</cp:coreProperties>
</file>